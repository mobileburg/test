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51435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vk.ru/anchebyk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77540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91939" y="8759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01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8759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502920"/>
            <a:ext cx="4192524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1">
                <a:solidFill>
                  <a:srgbClr val="10293E"/>
                </a:solidFill>
                <a:latin typeface="Montserrat"/>
              </a:rPr>
              <a:t>Битриксуйте клиентские проекты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9464" y="2350008"/>
            <a:ext cx="0" cy="147218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69848" y="2944368"/>
            <a:ext cx="1335024" cy="119786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752344" y="2944368"/>
            <a:ext cx="1316735" cy="119786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1069848" y="4709159"/>
            <a:ext cx="1335024" cy="85039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52344" y="4709159"/>
            <a:ext cx="1316735" cy="850393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68680" y="3621023"/>
            <a:ext cx="3401568" cy="151790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69848" y="3822191"/>
            <a:ext cx="2999232" cy="1115568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759" y="4147515"/>
            <a:ext cx="2309408" cy="4649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682496" y="1746504"/>
            <a:ext cx="1773936" cy="60350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HR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" y="2596896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Маркетинг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52344" y="2596896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Продажи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" y="5559552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Финансы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52344" y="5559552"/>
            <a:ext cx="1965960" cy="69494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50" b="1">
                <a:solidFill>
                  <a:srgbClr val="0066A1"/>
                </a:solidFill>
                <a:latin typeface="Montserrat"/>
              </a:rPr>
              <a:t>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77540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91939" y="8759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02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8759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502920"/>
            <a:ext cx="4192524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1">
                <a:solidFill>
                  <a:srgbClr val="10293E"/>
                </a:solidFill>
                <a:latin typeface="Montserrat"/>
              </a:rPr>
              <a:t>Об этом не говорят в рекламе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17320"/>
            <a:ext cx="41925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0">
                <a:solidFill>
                  <a:srgbClr val="5A7082"/>
                </a:solidFill>
                <a:latin typeface="Open Sans"/>
              </a:rPr>
              <a:t>С этим столкнётся ваш клиент — или почему проваливаются внедрения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2212848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Автоматизация хаоса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06624" y="2212848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Лоскутная автоматизация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3227832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Техничка вместо сценариев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3227832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Трудности перевода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4242816"/>
            <a:ext cx="2084831" cy="78638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Саботаж персонала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06624" y="4242816"/>
            <a:ext cx="2084831" cy="78638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120" b="1">
                <a:solidFill>
                  <a:srgbClr val="10293E"/>
                </a:solidFill>
                <a:latin typeface="Montserrat"/>
              </a:rPr>
              <a:t>Отсутствие драйвера перемен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3039" y="5394960"/>
            <a:ext cx="2286000" cy="0"/>
          </a:xfrm>
          <a:prstGeom prst="line">
            <a:avLst/>
          </a:prstGeom>
          <a:ln w="16510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3039" y="3063239"/>
            <a:ext cx="0" cy="2331721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49039" y="3063239"/>
            <a:ext cx="0" cy="2331721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63039" y="4078224"/>
            <a:ext cx="0" cy="1316736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49039" y="4078224"/>
            <a:ext cx="0" cy="1316736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63039" y="5093208"/>
            <a:ext cx="0" cy="301752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749039" y="5093208"/>
            <a:ext cx="0" cy="301752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71750" y="5394960"/>
            <a:ext cx="0" cy="612648"/>
          </a:xfrm>
          <a:prstGeom prst="line">
            <a:avLst/>
          </a:prstGeom>
          <a:ln w="30480">
            <a:solidFill>
              <a:srgbClr val="0066A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20624" y="6080760"/>
            <a:ext cx="4370832" cy="1051560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Непонимание, страх неудачи, самосаботаж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177540" y="-868680"/>
            <a:ext cx="2743200" cy="2743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8092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91939" y="8759952"/>
            <a:ext cx="685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5A7082"/>
                </a:solidFill>
                <a:latin typeface="Open Sans"/>
              </a:rPr>
              <a:t>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8759952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A7082"/>
                </a:solidFill>
                <a:latin typeface="Open Sans"/>
              </a:rPr>
              <a:t>Битрикс24 • клиентские проекты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502920"/>
            <a:ext cx="4192524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400" b="1">
                <a:solidFill>
                  <a:srgbClr val="10293E"/>
                </a:solidFill>
                <a:latin typeface="Montserrat"/>
              </a:rPr>
              <a:t>Вывод: нужен честный грамотный партнёр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16550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7784" y="17739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" y="17739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7465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Говорит на одном языке с вами и клиентом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5694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7784" y="26883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" y="26883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26609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Создаст систему на основе понимания бизнеса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83864"/>
            <a:ext cx="4370832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7784" y="3602736"/>
            <a:ext cx="512064" cy="512064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3602736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575304"/>
            <a:ext cx="3438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93E"/>
                </a:solidFill>
                <a:latin typeface="Montserrat"/>
              </a:rPr>
              <a:t>Обучит и поддержит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4535424"/>
            <a:ext cx="4370832" cy="3429000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828032"/>
            <a:ext cx="37856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Пишите мне в ВК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285232"/>
            <a:ext cx="3785616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50" b="0">
                <a:solidFill>
                  <a:srgbClr val="FFFFFF"/>
                </a:solidFill>
                <a:latin typeface="Open Sans"/>
              </a:rPr>
              <a:t>и получите чек-лист
«10 ошибок внедрения Битрикс24.
Как их избежать»</a:t>
            </a:r>
          </a:p>
        </p:txBody>
      </p:sp>
      <p:pic>
        <p:nvPicPr>
          <p:cNvPr id="23" name="Picture 22" descr="vk-anchebykin-q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6345936"/>
            <a:ext cx="1335024" cy="13350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86384" y="7717536"/>
            <a:ext cx="3639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2FC7F7"/>
                </a:solidFill>
                <a:latin typeface="Open Sans"/>
              </a:rPr>
              <a:t>vk.ru/anchebykin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Битриксуйте клиентские проекты</dc:title>
  <dc:subject>Битрикс24: клиентские проекты и внедрение</dc:subject>
  <dc:creator>Презентация для Битрикс24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